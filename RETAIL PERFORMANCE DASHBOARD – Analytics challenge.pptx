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9DCA5440-E812-4F4C-A339-282234EF3A72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2DAFB12-EC70-44AA-8676-A84FAA657BFD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512" y="119675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RETAIL PERFORMANCE DASHBOARD – Analytics challenge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752" y="4509120"/>
            <a:ext cx="6400800" cy="1752600"/>
          </a:xfrm>
        </p:spPr>
        <p:txBody>
          <a:bodyPr/>
          <a:lstStyle/>
          <a:p>
            <a:r>
              <a:rPr lang="en-US" dirty="0" smtClean="0"/>
              <a:t>Name: </a:t>
            </a:r>
            <a:r>
              <a:rPr lang="en-US" dirty="0" err="1" smtClean="0"/>
              <a:t>Lakshaya</a:t>
            </a:r>
            <a:r>
              <a:rPr lang="en-US" dirty="0" smtClean="0"/>
              <a:t> L</a:t>
            </a:r>
          </a:p>
          <a:p>
            <a:r>
              <a:rPr lang="en-US" dirty="0" smtClean="0"/>
              <a:t>Tool used : Looker studio</a:t>
            </a:r>
          </a:p>
          <a:p>
            <a:r>
              <a:rPr lang="en-US" dirty="0" smtClean="0"/>
              <a:t>Dataset: Retail Transaction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471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Objective</a:t>
            </a:r>
          </a:p>
          <a:p>
            <a:r>
              <a:rPr lang="en-IN" sz="2400" dirty="0" smtClean="0"/>
              <a:t>Analyse retail sales data to understand business performance and identify key revenue drivers.</a:t>
            </a:r>
          </a:p>
          <a:p>
            <a:r>
              <a:rPr lang="en-IN" sz="2400" dirty="0" smtClean="0"/>
              <a:t>Key Focus Areas:</a:t>
            </a:r>
          </a:p>
          <a:p>
            <a:r>
              <a:rPr lang="en-IN" sz="2400" dirty="0" smtClean="0"/>
              <a:t>Revenue trends over</a:t>
            </a:r>
          </a:p>
          <a:p>
            <a:r>
              <a:rPr lang="en-IN" sz="2400" dirty="0" smtClean="0"/>
              <a:t> Time Top-performing categories and products</a:t>
            </a:r>
          </a:p>
          <a:p>
            <a:r>
              <a:rPr lang="en-IN" sz="2400" dirty="0" smtClean="0"/>
              <a:t>Sales distribution across segments/regions</a:t>
            </a:r>
          </a:p>
          <a:p>
            <a:r>
              <a:rPr lang="en-IN" sz="2400" dirty="0" smtClean="0"/>
              <a:t>Data-driven business insights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5824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 OVERVIEW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Dataset Description: Retail transaction dataset containing sales records across categories and time.</a:t>
            </a:r>
          </a:p>
          <a:p>
            <a:r>
              <a:rPr lang="en-IN" sz="2400" dirty="0" smtClean="0"/>
              <a:t>Key Columns Used:</a:t>
            </a:r>
          </a:p>
          <a:p>
            <a:r>
              <a:rPr lang="en-IN" sz="2400" dirty="0" smtClean="0"/>
              <a:t>Revenue → Sales performance</a:t>
            </a:r>
          </a:p>
          <a:p>
            <a:r>
              <a:rPr lang="en-IN" sz="2400" dirty="0" smtClean="0"/>
              <a:t>Quantity → Demand volume</a:t>
            </a:r>
          </a:p>
          <a:p>
            <a:r>
              <a:rPr lang="en-IN" sz="2400" dirty="0" smtClean="0"/>
              <a:t>Category → Product grouping</a:t>
            </a:r>
          </a:p>
          <a:p>
            <a:r>
              <a:rPr lang="en-IN" sz="2400" dirty="0" smtClean="0"/>
              <a:t>Date → Time-based analysis</a:t>
            </a:r>
          </a:p>
          <a:p>
            <a:r>
              <a:rPr lang="en-IN" sz="2400" dirty="0" smtClean="0"/>
              <a:t>Invoice/Order ID → Transaction tracking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1771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DASHBOARD 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Visual Components :</a:t>
            </a:r>
          </a:p>
          <a:p>
            <a:r>
              <a:rPr lang="en-US" sz="2400" dirty="0" smtClean="0"/>
              <a:t>KPI Cards:</a:t>
            </a:r>
          </a:p>
          <a:p>
            <a:r>
              <a:rPr lang="en-US" sz="2400" dirty="0" smtClean="0"/>
              <a:t>Total Revenue</a:t>
            </a:r>
          </a:p>
          <a:p>
            <a:r>
              <a:rPr lang="en-US" sz="2400" dirty="0" smtClean="0"/>
              <a:t>Total Quantity</a:t>
            </a:r>
          </a:p>
          <a:p>
            <a:r>
              <a:rPr lang="en-US" sz="2400" dirty="0" smtClean="0"/>
              <a:t>Total Orders</a:t>
            </a:r>
          </a:p>
          <a:p>
            <a:r>
              <a:rPr lang="en-US" sz="2400" dirty="0" err="1" smtClean="0"/>
              <a:t>Charts:Revenue</a:t>
            </a:r>
            <a:r>
              <a:rPr lang="en-US" sz="2400" dirty="0" smtClean="0"/>
              <a:t> Trend (Line Chart)</a:t>
            </a:r>
          </a:p>
          <a:p>
            <a:r>
              <a:rPr lang="en-US" sz="2400" dirty="0" smtClean="0"/>
              <a:t>Revenue by Category (Bar Chart)</a:t>
            </a:r>
          </a:p>
          <a:p>
            <a:r>
              <a:rPr lang="en-US" sz="2400" dirty="0" smtClean="0"/>
              <a:t>Top Products by Revenue (Bar Chart)</a:t>
            </a:r>
          </a:p>
          <a:p>
            <a:r>
              <a:rPr lang="en-US" sz="2400" dirty="0" smtClean="0"/>
              <a:t>Region/Segment Analysis (Bar Chart)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655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KEY INSIGHTS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smtClean="0"/>
              <a:t>Business Insights :</a:t>
            </a:r>
          </a:p>
          <a:p>
            <a:r>
              <a:rPr lang="en-US" sz="2400" dirty="0" smtClean="0"/>
              <a:t>Revenue shows noticeable fluctuations, indicating seasonal demand patterns</a:t>
            </a:r>
          </a:p>
          <a:p>
            <a:r>
              <a:rPr lang="en-US" sz="2400" dirty="0" smtClean="0"/>
              <a:t>A small number of categories contribute most of the revenue</a:t>
            </a:r>
          </a:p>
          <a:p>
            <a:r>
              <a:rPr lang="en-US" sz="2400" dirty="0" smtClean="0"/>
              <a:t>Top products generate a significant share of total sales</a:t>
            </a:r>
          </a:p>
          <a:p>
            <a:r>
              <a:rPr lang="en-US" sz="2400" dirty="0" smtClean="0"/>
              <a:t>Performance varies across regions/segments, showing growth opportunities</a:t>
            </a:r>
          </a:p>
          <a:p>
            <a:r>
              <a:rPr lang="en-US" sz="2400" dirty="0" smtClean="0"/>
              <a:t>Business Impact:</a:t>
            </a:r>
          </a:p>
          <a:p>
            <a:pPr marL="0" indent="0">
              <a:buNone/>
            </a:pPr>
            <a:r>
              <a:rPr lang="en-US" sz="2400" dirty="0" smtClean="0"/>
              <a:t>               Focus on high-performing categories and products can significantly improve overall profitability.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5251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The dashboard provides a clear view of retail performance and highlights key revenue drivers.</a:t>
            </a:r>
          </a:p>
          <a:p>
            <a:r>
              <a:rPr lang="en-US" sz="2400" dirty="0" smtClean="0"/>
              <a:t>Recommendations:</a:t>
            </a:r>
          </a:p>
          <a:p>
            <a:r>
              <a:rPr lang="en-US" sz="2400" dirty="0" smtClean="0"/>
              <a:t>Strengthen high-performing categories</a:t>
            </a:r>
          </a:p>
          <a:p>
            <a:r>
              <a:rPr lang="en-US" sz="2400" dirty="0" smtClean="0"/>
              <a:t>Optimize underperforming segments</a:t>
            </a:r>
          </a:p>
          <a:p>
            <a:r>
              <a:rPr lang="en-US" sz="2400" dirty="0" smtClean="0"/>
              <a:t>Focus marketing on top-selling products</a:t>
            </a:r>
          </a:p>
          <a:p>
            <a:r>
              <a:rPr lang="en-US" sz="2400" dirty="0" smtClean="0"/>
              <a:t>Final Note: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 This analysis supports data-driven decision-making for business growth.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355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Couture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9</TotalTime>
  <Words>238</Words>
  <Application>Microsoft Office PowerPoint</Application>
  <PresentationFormat>On-screen Show (4:3)</PresentationFormat>
  <Paragraphs>46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Perspective</vt:lpstr>
      <vt:lpstr>RETAIL PERFORMANCE DASHBOARD – Analytics challenge</vt:lpstr>
      <vt:lpstr>PROBLEM STATEMENT</vt:lpstr>
      <vt:lpstr>DATA OVERVIEW</vt:lpstr>
      <vt:lpstr>DASHBOARD SUMMARY</vt:lpstr>
      <vt:lpstr>KEY INSIGHTS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PERFORMANCE DASHBOARD – Analytics challenge</dc:title>
  <dc:creator>LAKSHMANAN</dc:creator>
  <cp:lastModifiedBy>LAKSHMANAN</cp:lastModifiedBy>
  <cp:revision>1</cp:revision>
  <dcterms:created xsi:type="dcterms:W3CDTF">2026-05-01T19:08:54Z</dcterms:created>
  <dcterms:modified xsi:type="dcterms:W3CDTF">2026-05-01T19:18:52Z</dcterms:modified>
</cp:coreProperties>
</file>